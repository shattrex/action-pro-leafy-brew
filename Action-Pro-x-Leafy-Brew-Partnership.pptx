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4A32"/>
                </a:solidFill>
                <a:latin typeface="Arial"/>
              </a:rPr>
              <a:t>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 i="0">
                <a:solidFill>
                  <a:srgbClr val="1C1917"/>
                </a:solidFill>
                <a:latin typeface="Georgia"/>
              </a:rPr>
              <a:t>Action Pro  ×  Leafy Brew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C1917"/>
                </a:solidFill>
                <a:latin typeface="Arial"/>
              </a:rPr>
              <a:t>Buy from one shop today. Show that receipt at the other shop. Get a discount. Both businesses grow.</a:t>
            </a:r>
          </a:p>
        </p:txBody>
      </p:sp>
      <p:pic>
        <p:nvPicPr>
          <p:cNvPr id="5" name="Picture 4" descr="leafy-b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486400" cy="3794760"/>
          </a:xfrm>
          <a:prstGeom prst="rect">
            <a:avLst/>
          </a:prstGeom>
        </p:spPr>
      </p:pic>
      <p:pic>
        <p:nvPicPr>
          <p:cNvPr id="6" name="Picture 5" descr="action-p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48640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35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C1917"/>
                </a:solidFill>
                <a:latin typeface="Arial"/>
              </a:rPr>
              <a:t>Leafy Brew
Coffee &amp; Positivitea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035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C1917"/>
                </a:solidFill>
                <a:latin typeface="Arial"/>
              </a:rPr>
              <a:t>Action Pro
Lifestyle and fashion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4A32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>
                <a:solidFill>
                  <a:srgbClr val="1C1917"/>
                </a:solidFill>
                <a:latin typeface="Georgia"/>
              </a:rPr>
              <a:t>Same day. Show the receipt.</a:t>
            </a:r>
          </a:p>
        </p:txBody>
      </p:sp>
      <p:pic>
        <p:nvPicPr>
          <p:cNvPr id="4" name="Picture 3" descr="leafy-b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5780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429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C1917"/>
                </a:solidFill>
                <a:latin typeface="Georgia"/>
              </a:rPr>
              <a:t>Buy at Leafy Brew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C1917"/>
                </a:solidFill>
                <a:latin typeface="Arial"/>
              </a:rPr>
              <a:t>1   Buy something at Leafy Brew.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C1917"/>
                </a:solidFill>
                <a:latin typeface="Arial"/>
              </a:rPr>
              <a:t>2   Show today’s invoice at Action Pro.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5257800" cy="566928"/>
          </a:xfrm>
          <a:prstGeom prst="rect">
            <a:avLst/>
          </a:prstGeom>
          <a:solidFill>
            <a:srgbClr val="1E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646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Get X% off at Action Pro</a:t>
            </a:r>
          </a:p>
        </p:txBody>
      </p:sp>
      <p:pic>
        <p:nvPicPr>
          <p:cNvPr id="10" name="Picture 9" descr="action-pro-flo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1719072" cy="1965960"/>
          </a:xfrm>
          <a:prstGeom prst="rect">
            <a:avLst/>
          </a:prstGeom>
        </p:spPr>
      </p:pic>
      <p:pic>
        <p:nvPicPr>
          <p:cNvPr id="11" name="Picture 10" descr="action-pro-make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1719072" cy="1965960"/>
          </a:xfrm>
          <a:prstGeom prst="rect">
            <a:avLst/>
          </a:prstGeom>
        </p:spPr>
      </p:pic>
      <p:pic>
        <p:nvPicPr>
          <p:cNvPr id="12" name="Picture 11" descr="action-pro-rack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1371600"/>
            <a:ext cx="1719072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3429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C1917"/>
                </a:solidFill>
                <a:latin typeface="Georgia"/>
              </a:rPr>
              <a:t>Buy at Action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C1917"/>
                </a:solidFill>
                <a:latin typeface="Arial"/>
              </a:rPr>
              <a:t>1   Buy something at Action Pro.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C1917"/>
                </a:solidFill>
                <a:latin typeface="Arial"/>
              </a:rPr>
              <a:t>2   Show today’s invoice at Leafy Brew.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754880"/>
            <a:ext cx="5257800" cy="566928"/>
          </a:xfrm>
          <a:prstGeom prst="rect">
            <a:avLst/>
          </a:prstGeom>
          <a:solidFill>
            <a:srgbClr val="1E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8646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Get X% off at Leafy Brew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C1917"/>
                </a:solidFill>
                <a:latin typeface="Arial"/>
              </a:rPr>
              <a:t>The receipt has to be from the same day. That is the whole partnership.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C554E"/>
                </a:solidFill>
                <a:latin typeface="Arial"/>
              </a:rPr>
              <a:t>Page 1  ·  Page 2  ·  Page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4A32"/>
                </a:solidFill>
                <a:latin typeface="Arial"/>
              </a:rPr>
              <a:t>FOR LEAFY BREW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>
                <a:solidFill>
                  <a:srgbClr val="1C1917"/>
                </a:solidFill>
                <a:latin typeface="Georgia"/>
              </a:rPr>
              <a:t>Your customers get more than coffee.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C1917"/>
                </a:solidFill>
                <a:latin typeface="Arial"/>
              </a:rPr>
              <a:t>A Leafy Brew customer can take today’s receipt to Action Pro, get a discount, and shop.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6537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C1917"/>
                </a:solidFill>
                <a:latin typeface="Georgia"/>
              </a:rPr>
              <a:t>A discount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C554E"/>
                </a:solidFill>
                <a:latin typeface="Arial"/>
              </a:rPr>
              <a:t>They buy at Leafy Brew, show the same-day receipt at Action Pro, and get X% 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83280"/>
            <a:ext cx="6537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4787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C1917"/>
                </a:solidFill>
                <a:latin typeface="Georgia"/>
              </a:rPr>
              <a:t>A shopping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5020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C554E"/>
                </a:solidFill>
                <a:latin typeface="Arial"/>
              </a:rPr>
              <a:t>Action Pro is a lifestyle and fashion store. Clothes, style, and everyday pieces, on the same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54880"/>
            <a:ext cx="6537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1947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C1917"/>
                </a:solidFill>
                <a:latin typeface="Georgia"/>
              </a:rPr>
              <a:t>A stronger reason to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2180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C554E"/>
                </a:solidFill>
                <a:latin typeface="Arial"/>
              </a:rPr>
              <a:t>Leafy Brew offers more than the cup. Guests leave with a discount and a place to shop.</a:t>
            </a:r>
          </a:p>
        </p:txBody>
      </p:sp>
      <p:pic>
        <p:nvPicPr>
          <p:cNvPr id="14" name="Picture 13" descr="action-pro-flo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43400" cy="2148840"/>
          </a:xfrm>
          <a:prstGeom prst="rect">
            <a:avLst/>
          </a:prstGeom>
        </p:spPr>
      </p:pic>
      <p:pic>
        <p:nvPicPr>
          <p:cNvPr id="15" name="Picture 14" descr="action-pro-make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51960"/>
            <a:ext cx="2103120" cy="1554480"/>
          </a:xfrm>
          <a:prstGeom prst="rect">
            <a:avLst/>
          </a:prstGeom>
        </p:spPr>
      </p:pic>
      <p:pic>
        <p:nvPicPr>
          <p:cNvPr id="16" name="Picture 15" descr="action-pro-rac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4251960"/>
            <a:ext cx="2103120" cy="1554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0" y="594360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C1917"/>
                </a:solidFill>
                <a:latin typeface="Arial"/>
              </a:rPr>
              <a:t>Action Pro
Lifestyle and fashion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